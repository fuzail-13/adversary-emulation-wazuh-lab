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Orbitron" panose="020B0604020202020204" charset="0"/>
      <p:regular r:id="rId11"/>
      <p:bold r:id="rId12"/>
    </p:embeddedFont>
    <p:embeddedFont>
      <p:font typeface="Rajdhani" panose="020B0604020202020204" charset="0"/>
      <p:regular r:id="rId13"/>
      <p:bold r:id="rId14"/>
    </p:embeddedFont>
    <p:embeddedFont>
      <p:font typeface="Share Tech Mono" panose="020B0604020202020204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tomicredteam.io/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hyperlink" Target="https://documentation.wazuh.com/current/user-manual/ruleset/ruleset-xml-syntax/rules.html" TargetMode="External"/><Relationship Id="rId4" Type="http://schemas.openxmlformats.org/officeDocument/2006/relationships/image" Target="../media/image21.png"/><Relationship Id="rId9" Type="http://schemas.openxmlformats.org/officeDocument/2006/relationships/hyperlink" Target="https://wazu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2026146"/>
            <a:ext cx="6538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D93F9"/>
                </a:solidFill>
                <a:latin typeface="Orbitron"/>
                <a:ea typeface="Orbitron"/>
                <a:cs typeface="Orbitron"/>
                <a:sym typeface="Orbitron"/>
              </a:rPr>
              <a:t>CYBERSECURITY IN</a:t>
            </a:r>
            <a:r>
              <a:rPr lang="en-US" sz="2100" b="1">
                <a:solidFill>
                  <a:srgbClr val="BD93F9"/>
                </a:solidFill>
                <a:latin typeface="Orbitron"/>
                <a:ea typeface="Orbitron"/>
                <a:cs typeface="Orbitron"/>
                <a:sym typeface="Orbitron"/>
              </a:rPr>
              <a:t>TERNSHIP </a:t>
            </a:r>
            <a:r>
              <a:rPr lang="en-US" sz="2100" b="1" i="0" u="none" strike="noStrike" cap="none">
                <a:solidFill>
                  <a:srgbClr val="BD93F9"/>
                </a:solidFill>
                <a:latin typeface="Orbitron"/>
                <a:ea typeface="Orbitron"/>
                <a:cs typeface="Orbitron"/>
                <a:sym typeface="Orbitron"/>
              </a:rPr>
              <a:t>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4843392"/>
            <a:ext cx="622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D93F9"/>
                </a:solidFill>
                <a:latin typeface="Orbitron"/>
                <a:ea typeface="Orbitron"/>
                <a:cs typeface="Orbitron"/>
                <a:sym typeface="Orbitron"/>
              </a:rPr>
              <a:t>Moving Beyond Passive Defense</a:t>
            </a:r>
            <a:endParaRPr b="1"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2395" y="24765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81025" y="6419850"/>
            <a:ext cx="4724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9D9D9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SYS.STATUS: ONLINE // PROTOCOL: ACTIVE // PURPLE_TEAM_LAB_V1.0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2979015"/>
            <a:ext cx="65388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-US" sz="3300" b="1" dirty="0">
                <a:solidFill>
                  <a:srgbClr val="00FF41"/>
                </a:solidFill>
                <a:latin typeface="Orbitron"/>
                <a:ea typeface="Orbitron"/>
                <a:cs typeface="Orbitron"/>
                <a:sym typeface="Orbitron"/>
              </a:rPr>
              <a:t>Adversary Emulation and Detection Validation: A Purple Team Framework</a:t>
            </a:r>
            <a:endParaRPr sz="6400" b="1" dirty="0">
              <a:solidFill>
                <a:srgbClr val="00FF4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647800" y="5579200"/>
            <a:ext cx="2557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D9D9D9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- MR.FUZAIL KHAN</a:t>
            </a:r>
            <a:endParaRPr sz="2000" dirty="0">
              <a:solidFill>
                <a:srgbClr val="D9D9D9"/>
              </a:solidFill>
            </a:endParaRPr>
          </a:p>
        </p:txBody>
      </p:sp>
      <p:pic>
        <p:nvPicPr>
          <p:cNvPr id="1026" name="Picture 2" descr="DCyber TechLab Pvt Ltd">
            <a:extLst>
              <a:ext uri="{FF2B5EF4-FFF2-40B4-BE49-F238E27FC236}">
                <a16:creationId xmlns:a16="http://schemas.microsoft.com/office/drawing/2014/main" id="{E0FC3FB4-C33E-2894-8188-C5BFF4650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136" y="78656"/>
            <a:ext cx="3110376" cy="1905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621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9716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381750" y="2114550"/>
            <a:ext cx="549068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D93F9"/>
                </a:solidFill>
                <a:latin typeface="Orbitron"/>
                <a:ea typeface="Orbitron"/>
                <a:cs typeface="Orbitron"/>
                <a:sym typeface="Orbitron"/>
              </a:rPr>
              <a:t>SCHRÖDINGER'S SIEM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26003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Companies spend millions on tools like </a:t>
            </a:r>
            <a:r>
              <a:rPr lang="en-US" sz="1500" b="0" i="0" u="none" strike="noStrike" cap="none">
                <a:solidFill>
                  <a:srgbClr val="00FF4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Wazuh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or Splunk.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335280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The "Deploy &amp; Forget" fallacy: Tools are installed but rarely tested against real threats.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441007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The Reality: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You don't know if your detection rules work until you are already breached.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0" y="516255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D93F9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Problem: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Silence is mistaken for security.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381750" y="26003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381750" y="33528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381750" y="4410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381750" y="5162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THE PASSIVE DEFENSE TRAP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Image of Wazuh architecture diagram">
            <a:extLst>
              <a:ext uri="{FF2B5EF4-FFF2-40B4-BE49-F238E27FC236}">
                <a16:creationId xmlns:a16="http://schemas.microsoft.com/office/drawing/2014/main" id="{DE119DEF-1769-321F-8383-283780EB5F4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09" y="1978045"/>
            <a:ext cx="5596255" cy="3960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57325"/>
            <a:ext cx="3486150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457325"/>
            <a:ext cx="3486150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457325"/>
            <a:ext cx="3486150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47850" y="17526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408985" y="2895600"/>
            <a:ext cx="18302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Orbitron"/>
                <a:ea typeface="Orbitron"/>
                <a:cs typeface="Orbitron"/>
                <a:sym typeface="Orbitron"/>
              </a:rPr>
              <a:t>RED TEAM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76300" y="356235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Simulates the adversary. Executes real attack chains using tools like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Atomic Red Team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9750" y="17526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060870" y="2895600"/>
            <a:ext cx="207025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Orbitron"/>
                <a:ea typeface="Orbitron"/>
                <a:cs typeface="Orbitron"/>
                <a:sym typeface="Orbitron"/>
              </a:rPr>
              <a:t>BLUE TEAM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48200" y="356235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Defends the network. Analyzes logs, tunes SIEM rules, and responds to incidents.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91650" y="17526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8592740" y="2895600"/>
            <a:ext cx="255031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D93F9"/>
                </a:solidFill>
                <a:latin typeface="Orbitron"/>
                <a:ea typeface="Orbitron"/>
                <a:cs typeface="Orbitron"/>
                <a:sym typeface="Orbitron"/>
              </a:rPr>
              <a:t>PURPLE TEAM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20100" y="356235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Collaboration.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Feedback loops where attacks inform defense, and defense informs attacks.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14550" y="199072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57875" y="19907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67862" y="199072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ENTER THE PURPLE TEAM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81025" y="771525"/>
            <a:ext cx="5190648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SIMULATING THE ADVERSARY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81025" y="2143125"/>
            <a:ext cx="519064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FF41"/>
                </a:solidFill>
                <a:latin typeface="Orbitron"/>
                <a:ea typeface="Orbitron"/>
                <a:cs typeface="Orbitron"/>
                <a:sym typeface="Orbitron"/>
              </a:rPr>
              <a:t>TARGET: WINDOWS 11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2700272"/>
            <a:ext cx="4943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To prove the concept, I built a controlled lab environment to execute three distinct attack cycles.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3816002"/>
            <a:ext cx="4657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Cycle 1: Discovery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Identifying system owners and user privileges (T1033).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66775" y="4826304"/>
            <a:ext cx="4657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Cycle 2: Persistence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Modifying Registry Run Keys to survive reboots (T1547).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5899237"/>
            <a:ext cx="4657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Tooling: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Atomic Red Team execution framework mapped to MITRE ATT&amp;CK.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81025" y="383166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65367" y="484196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65367" y="5899237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B51DA5-A37D-1321-5084-2FFADB5B9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9" y="9525"/>
            <a:ext cx="6086625" cy="3660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B50C6B-9268-A979-847F-97A62E6FC3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309"/>
          <a:stretch>
            <a:fillRect/>
          </a:stretch>
        </p:blipFill>
        <p:spPr>
          <a:xfrm>
            <a:off x="6104655" y="3679397"/>
            <a:ext cx="6046246" cy="31690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88" y="3131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57325"/>
            <a:ext cx="5229225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57325"/>
            <a:ext cx="5229225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990600" y="1847850"/>
            <a:ext cx="465058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D93F9"/>
                </a:solidFill>
                <a:latin typeface="Orbitron"/>
                <a:ea typeface="Orbitron"/>
                <a:cs typeface="Orbitron"/>
                <a:sym typeface="Orbitron"/>
              </a:rPr>
              <a:t>THE TIMESTAMP BUG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90600" y="2371725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Issue: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Logs from the endpoint arrived at the SIEM out of order due to timezone misconfigurations.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90600" y="3476625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Impact: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Correlation rules failed to trigger because the "sequence" of events appeared broken.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90600" y="4581525"/>
            <a:ext cx="4429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Fix: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Engineered a custom log normalization pipeline to force UTC synchronization.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791325" y="1847850"/>
            <a:ext cx="465058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FF41"/>
                </a:solidFill>
                <a:latin typeface="Orbitron"/>
                <a:ea typeface="Orbitron"/>
                <a:cs typeface="Orbitron"/>
                <a:sym typeface="Orbitron"/>
              </a:rPr>
              <a:t>AUDIT BLINDSPOTS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91325" y="2371725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Issue: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Default Windows Group Policy Object (GPO) does not log the specific Event IDs needed for advanced detection.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91325" y="3476625"/>
            <a:ext cx="4429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Impact: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The SIEM was blind to the Persistence attacks.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91325" y="4276725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Fix: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Tuned Advanced Audit Policy Configuration to enable "Process Creation" and "Registry" auditing.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REAL-WORLD TROUBLESHOOTING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57325"/>
            <a:ext cx="11029950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81025" y="5743575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Scenario: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LSASS Memory Dumping (T1003). Standard rules missed it entirely.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Writing custom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XML Decoders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 was the only way to catch the threat.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TUNING FOR THE "CROWN JEWELS"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2286000" y="552450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The lab proved that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Configuration &gt; Tool Selection</a:t>
            </a: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. Passive monitoring is insufficient; active tuning is required to secure the infrastructure.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81025" y="2633662"/>
            <a:ext cx="35496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0000"/>
                </a:solidFill>
                <a:latin typeface="Orbitron"/>
                <a:ea typeface="Orbitron"/>
                <a:cs typeface="Orbitron"/>
                <a:sym typeface="Orbitron"/>
              </a:rPr>
              <a:t>3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81025" y="3681412"/>
            <a:ext cx="354969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ATTACK CYCLES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321224" y="2633662"/>
            <a:ext cx="35496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FF41"/>
                </a:solidFill>
                <a:latin typeface="Orbitron"/>
                <a:ea typeface="Orbitron"/>
                <a:cs typeface="Orbitron"/>
                <a:sym typeface="Orbitron"/>
              </a:rPr>
              <a:t>100%</a:t>
            </a:r>
            <a:endParaRPr>
              <a:solidFill>
                <a:srgbClr val="00FF41"/>
              </a:solidFill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4321224" y="3681412"/>
            <a:ext cx="354969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DETECTION RATE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061424" y="2633662"/>
            <a:ext cx="35496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00FF"/>
                </a:solidFill>
                <a:latin typeface="Orbitron"/>
                <a:ea typeface="Orbitron"/>
                <a:cs typeface="Orbitron"/>
                <a:sym typeface="Orbitron"/>
              </a:rPr>
              <a:t>0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8061424" y="3681412"/>
            <a:ext cx="354969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FALSE POSITIVES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FROM PASSIVE TO ACTIVE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5525" y="4783484"/>
            <a:ext cx="760095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74414"/>
            <a:ext cx="8572500" cy="6709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2105501" y="560189"/>
            <a:ext cx="7980997" cy="135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CONTINUOUS VALIDATION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2295525" y="2522339"/>
            <a:ext cx="7600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Security is not a state, it's a process.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2295525" y="3507134"/>
            <a:ext cx="7600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Defenses rot over time. We must constantly emulate the adversary to ensure we are ready for the real fight.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2295525" y="6126509"/>
            <a:ext cx="7600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FF4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// END_OF_PRESENTATION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2295525" y="4983509"/>
            <a:ext cx="240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065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7489775" y="4983509"/>
            <a:ext cx="240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0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95525" y="4983509"/>
            <a:ext cx="24065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2575" y="4983509"/>
            <a:ext cx="2406699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89775" y="4983509"/>
            <a:ext cx="2406699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2512423" y="5319204"/>
            <a:ext cx="19728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AtomicRedTeam</a:t>
            </a:r>
            <a:b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109525" y="5306760"/>
            <a:ext cx="19728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WAZUH(SIEM)</a:t>
            </a:r>
            <a:br>
              <a:rPr lang="en-US" sz="1500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u="sng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1500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7706725" y="5319210"/>
            <a:ext cx="19728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BD93F9"/>
                </a:solidFill>
                <a:latin typeface="Calibri"/>
                <a:ea typeface="Calibri"/>
                <a:cs typeface="Calibri"/>
                <a:sym typeface="Calibri"/>
              </a:rPr>
              <a:t>Sigma-Rules</a:t>
            </a:r>
            <a:br>
              <a:rPr lang="en-US" sz="1500">
                <a:solidFill>
                  <a:srgbClr val="00FF4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u="sng">
                <a:solidFill>
                  <a:srgbClr val="BD93F9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1500">
              <a:solidFill>
                <a:srgbClr val="BD93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463</Words>
  <Application>Microsoft Office PowerPoint</Application>
  <PresentationFormat>Widescreen</PresentationFormat>
  <Paragraphs>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Share Tech Mono</vt:lpstr>
      <vt:lpstr>Orbitron</vt:lpstr>
      <vt:lpstr>Rajdhani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fuzailk920@gmail.com</cp:lastModifiedBy>
  <cp:revision>4</cp:revision>
  <dcterms:modified xsi:type="dcterms:W3CDTF">2025-12-06T17:15:18Z</dcterms:modified>
</cp:coreProperties>
</file>